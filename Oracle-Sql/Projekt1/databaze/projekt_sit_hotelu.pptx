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6" r:id="rId5"/>
    <p:sldId id="260" r:id="rId6"/>
    <p:sldId id="267" r:id="rId7"/>
    <p:sldId id="268" r:id="rId8"/>
    <p:sldId id="269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8ABA"/>
    <a:srgbClr val="E3580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D1A21D-11AE-8C83-9CDC-FEEC461CA171}" v="12" dt="2025-03-09T16:42:56.987"/>
    <p1510:client id="{5BB2ED3F-E287-4552-AE1E-58114FDCF0DE}" v="1576" dt="2025-03-09T13:28:47.244"/>
    <p1510:client id="{A0CC1D6F-8212-6463-68F1-9769D9351383}" v="345" dt="2025-03-09T13:23:17.917"/>
    <p1510:client id="{F5421B8D-646E-B449-24D5-1473E59F71B1}" v="5" dt="2025-03-09T16:57:14.7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omáš Konrád" userId="b31fdc03-55fe-4433-960b-61faeaf4c0fc" providerId="ADAL" clId="{5BB2ED3F-E287-4552-AE1E-58114FDCF0DE}"/>
    <pc:docChg chg="undo redo custSel addSld delSld modSld">
      <pc:chgData name="Tomáš Konrád" userId="b31fdc03-55fe-4433-960b-61faeaf4c0fc" providerId="ADAL" clId="{5BB2ED3F-E287-4552-AE1E-58114FDCF0DE}" dt="2025-03-09T13:28:47.244" v="1582" actId="478"/>
      <pc:docMkLst>
        <pc:docMk/>
      </pc:docMkLst>
      <pc:sldChg chg="modSp mod">
        <pc:chgData name="Tomáš Konrád" userId="b31fdc03-55fe-4433-960b-61faeaf4c0fc" providerId="ADAL" clId="{5BB2ED3F-E287-4552-AE1E-58114FDCF0DE}" dt="2025-03-09T12:50:32.218" v="7" actId="20577"/>
        <pc:sldMkLst>
          <pc:docMk/>
          <pc:sldMk cId="3799523001" sldId="256"/>
        </pc:sldMkLst>
        <pc:spChg chg="mod">
          <ac:chgData name="Tomáš Konrád" userId="b31fdc03-55fe-4433-960b-61faeaf4c0fc" providerId="ADAL" clId="{5BB2ED3F-E287-4552-AE1E-58114FDCF0DE}" dt="2025-03-09T12:50:32.218" v="7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modSp new mod">
        <pc:chgData name="Tomáš Konrád" userId="b31fdc03-55fe-4433-960b-61faeaf4c0fc" providerId="ADAL" clId="{5BB2ED3F-E287-4552-AE1E-58114FDCF0DE}" dt="2025-03-09T13:00:19.548" v="415" actId="20577"/>
        <pc:sldMkLst>
          <pc:docMk/>
          <pc:sldMk cId="171256265" sldId="257"/>
        </pc:sldMkLst>
        <pc:spChg chg="mod">
          <ac:chgData name="Tomáš Konrád" userId="b31fdc03-55fe-4433-960b-61faeaf4c0fc" providerId="ADAL" clId="{5BB2ED3F-E287-4552-AE1E-58114FDCF0DE}" dt="2025-03-09T12:52:52.389" v="56" actId="20577"/>
          <ac:spMkLst>
            <pc:docMk/>
            <pc:sldMk cId="171256265" sldId="257"/>
            <ac:spMk id="2" creationId="{E021CF39-F640-46A0-C229-2602DCC6D1A6}"/>
          </ac:spMkLst>
        </pc:spChg>
        <pc:spChg chg="mod">
          <ac:chgData name="Tomáš Konrád" userId="b31fdc03-55fe-4433-960b-61faeaf4c0fc" providerId="ADAL" clId="{5BB2ED3F-E287-4552-AE1E-58114FDCF0DE}" dt="2025-03-09T13:00:19.548" v="415" actId="20577"/>
          <ac:spMkLst>
            <pc:docMk/>
            <pc:sldMk cId="171256265" sldId="257"/>
            <ac:spMk id="3" creationId="{6C7A5E48-9C68-7026-E938-8ED51CBAFD34}"/>
          </ac:spMkLst>
        </pc:spChg>
      </pc:sldChg>
      <pc:sldChg chg="modSp new del mod">
        <pc:chgData name="Tomáš Konrád" userId="b31fdc03-55fe-4433-960b-61faeaf4c0fc" providerId="ADAL" clId="{5BB2ED3F-E287-4552-AE1E-58114FDCF0DE}" dt="2025-03-09T13:05:05.332" v="711" actId="47"/>
        <pc:sldMkLst>
          <pc:docMk/>
          <pc:sldMk cId="473460953" sldId="258"/>
        </pc:sldMkLst>
        <pc:spChg chg="mod">
          <ac:chgData name="Tomáš Konrád" userId="b31fdc03-55fe-4433-960b-61faeaf4c0fc" providerId="ADAL" clId="{5BB2ED3F-E287-4552-AE1E-58114FDCF0DE}" dt="2025-03-09T12:58:39.220" v="337" actId="20577"/>
          <ac:spMkLst>
            <pc:docMk/>
            <pc:sldMk cId="473460953" sldId="258"/>
            <ac:spMk id="2" creationId="{006713A9-8986-87FB-463B-A54DBE40FBE9}"/>
          </ac:spMkLst>
        </pc:spChg>
      </pc:sldChg>
      <pc:sldChg chg="modSp new mod">
        <pc:chgData name="Tomáš Konrád" userId="b31fdc03-55fe-4433-960b-61faeaf4c0fc" providerId="ADAL" clId="{5BB2ED3F-E287-4552-AE1E-58114FDCF0DE}" dt="2025-03-09T12:50:44.603" v="36" actId="20577"/>
        <pc:sldMkLst>
          <pc:docMk/>
          <pc:sldMk cId="4099178735" sldId="259"/>
        </pc:sldMkLst>
        <pc:spChg chg="mod">
          <ac:chgData name="Tomáš Konrád" userId="b31fdc03-55fe-4433-960b-61faeaf4c0fc" providerId="ADAL" clId="{5BB2ED3F-E287-4552-AE1E-58114FDCF0DE}" dt="2025-03-09T12:50:44.603" v="36" actId="20577"/>
          <ac:spMkLst>
            <pc:docMk/>
            <pc:sldMk cId="4099178735" sldId="259"/>
            <ac:spMk id="2" creationId="{0A10718C-F7E0-C494-8489-17F2AA3F9892}"/>
          </ac:spMkLst>
        </pc:spChg>
      </pc:sldChg>
      <pc:sldChg chg="addSp delSp modSp new mod modClrScheme chgLayout">
        <pc:chgData name="Tomáš Konrád" userId="b31fdc03-55fe-4433-960b-61faeaf4c0fc" providerId="ADAL" clId="{5BB2ED3F-E287-4552-AE1E-58114FDCF0DE}" dt="2025-03-09T13:16:05.697" v="914" actId="108"/>
        <pc:sldMkLst>
          <pc:docMk/>
          <pc:sldMk cId="1891906202" sldId="260"/>
        </pc:sldMkLst>
        <pc:spChg chg="mod ord">
          <ac:chgData name="Tomáš Konrád" userId="b31fdc03-55fe-4433-960b-61faeaf4c0fc" providerId="ADAL" clId="{5BB2ED3F-E287-4552-AE1E-58114FDCF0DE}" dt="2025-03-09T13:16:05.697" v="914" actId="108"/>
          <ac:spMkLst>
            <pc:docMk/>
            <pc:sldMk cId="1891906202" sldId="260"/>
            <ac:spMk id="2" creationId="{E1ACD57D-D4A7-D732-FC2F-AC611F1B2EBA}"/>
          </ac:spMkLst>
        </pc:spChg>
        <pc:spChg chg="del">
          <ac:chgData name="Tomáš Konrád" userId="b31fdc03-55fe-4433-960b-61faeaf4c0fc" providerId="ADAL" clId="{5BB2ED3F-E287-4552-AE1E-58114FDCF0DE}" dt="2025-03-09T13:09:35.627" v="719" actId="700"/>
          <ac:spMkLst>
            <pc:docMk/>
            <pc:sldMk cId="1891906202" sldId="260"/>
            <ac:spMk id="3" creationId="{8307ED90-CB63-BE93-91BA-C020CFFA1AD4}"/>
          </ac:spMkLst>
        </pc:spChg>
        <pc:picChg chg="add mod">
          <ac:chgData name="Tomáš Konrád" userId="b31fdc03-55fe-4433-960b-61faeaf4c0fc" providerId="ADAL" clId="{5BB2ED3F-E287-4552-AE1E-58114FDCF0DE}" dt="2025-03-09T13:11:02.200" v="726" actId="1076"/>
          <ac:picMkLst>
            <pc:docMk/>
            <pc:sldMk cId="1891906202" sldId="260"/>
            <ac:picMk id="5" creationId="{833B3191-A75A-CE12-0C94-14FD1E431405}"/>
          </ac:picMkLst>
        </pc:picChg>
      </pc:sldChg>
      <pc:sldChg chg="modSp new del mod">
        <pc:chgData name="Tomáš Konrád" userId="b31fdc03-55fe-4433-960b-61faeaf4c0fc" providerId="ADAL" clId="{5BB2ED3F-E287-4552-AE1E-58114FDCF0DE}" dt="2025-03-09T13:15:31.687" v="905" actId="47"/>
        <pc:sldMkLst>
          <pc:docMk/>
          <pc:sldMk cId="2621780090" sldId="261"/>
        </pc:sldMkLst>
        <pc:spChg chg="mod">
          <ac:chgData name="Tomáš Konrád" userId="b31fdc03-55fe-4433-960b-61faeaf4c0fc" providerId="ADAL" clId="{5BB2ED3F-E287-4552-AE1E-58114FDCF0DE}" dt="2025-03-09T13:13:30.455" v="894" actId="108"/>
          <ac:spMkLst>
            <pc:docMk/>
            <pc:sldMk cId="2621780090" sldId="261"/>
            <ac:spMk id="2" creationId="{BDD3D694-C4E5-E31F-6679-5FF8AC664246}"/>
          </ac:spMkLst>
        </pc:spChg>
        <pc:spChg chg="mod">
          <ac:chgData name="Tomáš Konrád" userId="b31fdc03-55fe-4433-960b-61faeaf4c0fc" providerId="ADAL" clId="{5BB2ED3F-E287-4552-AE1E-58114FDCF0DE}" dt="2025-03-09T13:13:14.324" v="893"/>
          <ac:spMkLst>
            <pc:docMk/>
            <pc:sldMk cId="2621780090" sldId="261"/>
            <ac:spMk id="3" creationId="{619B0E1B-ECEB-DD96-E02F-7311EA629426}"/>
          </ac:spMkLst>
        </pc:spChg>
      </pc:sldChg>
      <pc:sldChg chg="del">
        <pc:chgData name="Tomáš Konrád" userId="b31fdc03-55fe-4433-960b-61faeaf4c0fc" providerId="ADAL" clId="{5BB2ED3F-E287-4552-AE1E-58114FDCF0DE}" dt="2025-03-09T13:05:06.595" v="712" actId="47"/>
        <pc:sldMkLst>
          <pc:docMk/>
          <pc:sldMk cId="4153992200" sldId="262"/>
        </pc:sldMkLst>
      </pc:sldChg>
      <pc:sldChg chg="modSp new del mod">
        <pc:chgData name="Tomáš Konrád" userId="b31fdc03-55fe-4433-960b-61faeaf4c0fc" providerId="ADAL" clId="{5BB2ED3F-E287-4552-AE1E-58114FDCF0DE}" dt="2025-03-09T13:15:47.459" v="912" actId="47"/>
        <pc:sldMkLst>
          <pc:docMk/>
          <pc:sldMk cId="1289588910" sldId="263"/>
        </pc:sldMkLst>
        <pc:spChg chg="mod">
          <ac:chgData name="Tomáš Konrád" userId="b31fdc03-55fe-4433-960b-61faeaf4c0fc" providerId="ADAL" clId="{5BB2ED3F-E287-4552-AE1E-58114FDCF0DE}" dt="2025-03-09T12:59:00.854" v="369" actId="20577"/>
          <ac:spMkLst>
            <pc:docMk/>
            <pc:sldMk cId="1289588910" sldId="263"/>
            <ac:spMk id="2" creationId="{84F6DB3B-C9C3-CF49-9915-D5EB4611DCDD}"/>
          </ac:spMkLst>
        </pc:spChg>
      </pc:sldChg>
      <pc:sldChg chg="addSp delSp modSp new mod">
        <pc:chgData name="Tomáš Konrád" userId="b31fdc03-55fe-4433-960b-61faeaf4c0fc" providerId="ADAL" clId="{5BB2ED3F-E287-4552-AE1E-58114FDCF0DE}" dt="2025-03-09T13:00:09.397" v="397" actId="478"/>
        <pc:sldMkLst>
          <pc:docMk/>
          <pc:sldMk cId="3917144107" sldId="264"/>
        </pc:sldMkLst>
        <pc:spChg chg="mod">
          <ac:chgData name="Tomáš Konrád" userId="b31fdc03-55fe-4433-960b-61faeaf4c0fc" providerId="ADAL" clId="{5BB2ED3F-E287-4552-AE1E-58114FDCF0DE}" dt="2025-03-09T12:59:09.031" v="391" actId="20577"/>
          <ac:spMkLst>
            <pc:docMk/>
            <pc:sldMk cId="3917144107" sldId="264"/>
            <ac:spMk id="2" creationId="{206B4AE9-888C-5762-BF30-180F607F5F55}"/>
          </ac:spMkLst>
        </pc:spChg>
        <pc:spChg chg="del">
          <ac:chgData name="Tomáš Konrád" userId="b31fdc03-55fe-4433-960b-61faeaf4c0fc" providerId="ADAL" clId="{5BB2ED3F-E287-4552-AE1E-58114FDCF0DE}" dt="2025-03-09T12:59:53.513" v="392" actId="931"/>
          <ac:spMkLst>
            <pc:docMk/>
            <pc:sldMk cId="3917144107" sldId="264"/>
            <ac:spMk id="3" creationId="{3C959983-6387-BA71-BEF2-DDE7365CB6D4}"/>
          </ac:spMkLst>
        </pc:spChg>
        <pc:spChg chg="add mod">
          <ac:chgData name="Tomáš Konrád" userId="b31fdc03-55fe-4433-960b-61faeaf4c0fc" providerId="ADAL" clId="{5BB2ED3F-E287-4552-AE1E-58114FDCF0DE}" dt="2025-03-09T13:00:09.397" v="397" actId="478"/>
          <ac:spMkLst>
            <pc:docMk/>
            <pc:sldMk cId="3917144107" sldId="264"/>
            <ac:spMk id="9" creationId="{0839DCC6-9631-137F-DFA7-37A4660B1C52}"/>
          </ac:spMkLst>
        </pc:spChg>
        <pc:picChg chg="add del mod">
          <ac:chgData name="Tomáš Konrád" userId="b31fdc03-55fe-4433-960b-61faeaf4c0fc" providerId="ADAL" clId="{5BB2ED3F-E287-4552-AE1E-58114FDCF0DE}" dt="2025-03-09T13:00:09.397" v="397" actId="478"/>
          <ac:picMkLst>
            <pc:docMk/>
            <pc:sldMk cId="3917144107" sldId="264"/>
            <ac:picMk id="5" creationId="{0239EBEA-FC41-F614-261A-8FA5031BFE19}"/>
          </ac:picMkLst>
        </pc:picChg>
        <pc:picChg chg="add del mod">
          <ac:chgData name="Tomáš Konrád" userId="b31fdc03-55fe-4433-960b-61faeaf4c0fc" providerId="ADAL" clId="{5BB2ED3F-E287-4552-AE1E-58114FDCF0DE}" dt="2025-03-09T13:00:06.505" v="396" actId="478"/>
          <ac:picMkLst>
            <pc:docMk/>
            <pc:sldMk cId="3917144107" sldId="264"/>
            <ac:picMk id="7" creationId="{7EB060B2-1B4D-A466-78EA-634DFBB3A8DD}"/>
          </ac:picMkLst>
        </pc:picChg>
      </pc:sldChg>
      <pc:sldChg chg="modSp mod">
        <pc:chgData name="Tomáš Konrád" userId="b31fdc03-55fe-4433-960b-61faeaf4c0fc" providerId="ADAL" clId="{5BB2ED3F-E287-4552-AE1E-58114FDCF0DE}" dt="2025-03-09T13:23:58.414" v="1469" actId="20577"/>
        <pc:sldMkLst>
          <pc:docMk/>
          <pc:sldMk cId="193342244" sldId="265"/>
        </pc:sldMkLst>
        <pc:spChg chg="mod">
          <ac:chgData name="Tomáš Konrád" userId="b31fdc03-55fe-4433-960b-61faeaf4c0fc" providerId="ADAL" clId="{5BB2ED3F-E287-4552-AE1E-58114FDCF0DE}" dt="2025-03-09T13:23:58.414" v="1469" actId="20577"/>
          <ac:spMkLst>
            <pc:docMk/>
            <pc:sldMk cId="193342244" sldId="265"/>
            <ac:spMk id="3" creationId="{29F197E7-514D-7EAE-999F-D1E1AE0DC997}"/>
          </ac:spMkLst>
        </pc:spChg>
      </pc:sldChg>
      <pc:sldChg chg="modSp mod">
        <pc:chgData name="Tomáš Konrád" userId="b31fdc03-55fe-4433-960b-61faeaf4c0fc" providerId="ADAL" clId="{5BB2ED3F-E287-4552-AE1E-58114FDCF0DE}" dt="2025-03-09T13:25:00.755" v="1519" actId="20577"/>
        <pc:sldMkLst>
          <pc:docMk/>
          <pc:sldMk cId="275286790" sldId="266"/>
        </pc:sldMkLst>
        <pc:spChg chg="mod">
          <ac:chgData name="Tomáš Konrád" userId="b31fdc03-55fe-4433-960b-61faeaf4c0fc" providerId="ADAL" clId="{5BB2ED3F-E287-4552-AE1E-58114FDCF0DE}" dt="2025-03-09T13:25:00.755" v="1519" actId="20577"/>
          <ac:spMkLst>
            <pc:docMk/>
            <pc:sldMk cId="275286790" sldId="266"/>
            <ac:spMk id="3" creationId="{6DF6A288-643D-AC7D-665A-CD5E0C9C3F95}"/>
          </ac:spMkLst>
        </pc:spChg>
      </pc:sldChg>
      <pc:sldChg chg="modSp mod">
        <pc:chgData name="Tomáš Konrád" userId="b31fdc03-55fe-4433-960b-61faeaf4c0fc" providerId="ADAL" clId="{5BB2ED3F-E287-4552-AE1E-58114FDCF0DE}" dt="2025-03-09T13:23:01.669" v="1467" actId="20577"/>
        <pc:sldMkLst>
          <pc:docMk/>
          <pc:sldMk cId="4002533655" sldId="267"/>
        </pc:sldMkLst>
        <pc:spChg chg="mod">
          <ac:chgData name="Tomáš Konrád" userId="b31fdc03-55fe-4433-960b-61faeaf4c0fc" providerId="ADAL" clId="{5BB2ED3F-E287-4552-AE1E-58114FDCF0DE}" dt="2025-03-09T13:23:01.669" v="1467" actId="20577"/>
          <ac:spMkLst>
            <pc:docMk/>
            <pc:sldMk cId="4002533655" sldId="267"/>
            <ac:spMk id="3" creationId="{78E2BA95-E5CF-B6C7-2202-35367330E44A}"/>
          </ac:spMkLst>
        </pc:spChg>
      </pc:sldChg>
      <pc:sldChg chg="modSp add mod">
        <pc:chgData name="Tomáš Konrád" userId="b31fdc03-55fe-4433-960b-61faeaf4c0fc" providerId="ADAL" clId="{5BB2ED3F-E287-4552-AE1E-58114FDCF0DE}" dt="2025-03-09T13:22:20.570" v="1461" actId="20577"/>
        <pc:sldMkLst>
          <pc:docMk/>
          <pc:sldMk cId="1725899354" sldId="268"/>
        </pc:sldMkLst>
        <pc:spChg chg="mod">
          <ac:chgData name="Tomáš Konrád" userId="b31fdc03-55fe-4433-960b-61faeaf4c0fc" providerId="ADAL" clId="{5BB2ED3F-E287-4552-AE1E-58114FDCF0DE}" dt="2025-03-09T13:15:45.089" v="911" actId="20577"/>
          <ac:spMkLst>
            <pc:docMk/>
            <pc:sldMk cId="1725899354" sldId="268"/>
            <ac:spMk id="2" creationId="{6819ACC4-9BF3-EB9B-EB27-8FDA1B812900}"/>
          </ac:spMkLst>
        </pc:spChg>
        <pc:spChg chg="mod">
          <ac:chgData name="Tomáš Konrád" userId="b31fdc03-55fe-4433-960b-61faeaf4c0fc" providerId="ADAL" clId="{5BB2ED3F-E287-4552-AE1E-58114FDCF0DE}" dt="2025-03-09T13:22:20.570" v="1461" actId="20577"/>
          <ac:spMkLst>
            <pc:docMk/>
            <pc:sldMk cId="1725899354" sldId="268"/>
            <ac:spMk id="3" creationId="{233D24C9-20D5-1D91-E13D-1CC3D73909AB}"/>
          </ac:spMkLst>
        </pc:spChg>
      </pc:sldChg>
      <pc:sldChg chg="addSp delSp modSp mod">
        <pc:chgData name="Tomáš Konrád" userId="b31fdc03-55fe-4433-960b-61faeaf4c0fc" providerId="ADAL" clId="{5BB2ED3F-E287-4552-AE1E-58114FDCF0DE}" dt="2025-03-09T13:28:47.244" v="1582" actId="478"/>
        <pc:sldMkLst>
          <pc:docMk/>
          <pc:sldMk cId="3395347180" sldId="269"/>
        </pc:sldMkLst>
        <pc:spChg chg="add del mod">
          <ac:chgData name="Tomáš Konrád" userId="b31fdc03-55fe-4433-960b-61faeaf4c0fc" providerId="ADAL" clId="{5BB2ED3F-E287-4552-AE1E-58114FDCF0DE}" dt="2025-03-09T13:28:47.244" v="1582" actId="478"/>
          <ac:spMkLst>
            <pc:docMk/>
            <pc:sldMk cId="3395347180" sldId="269"/>
            <ac:spMk id="5" creationId="{A9E7F806-22EE-DDB8-80D1-BE02E5E2A8B3}"/>
          </ac:spMkLst>
        </pc:spChg>
      </pc:sldChg>
    </pc:docChg>
  </pc:docChgLst>
  <pc:docChgLst>
    <pc:chgData name="Tomáš Konrád" userId="S::xkonrad3@mendelu.cz::b31fdc03-55fe-4433-960b-61faeaf4c0fc" providerId="AD" clId="Web-{F5421B8D-646E-B449-24D5-1473E59F71B1}"/>
    <pc:docChg chg="modSld">
      <pc:chgData name="Tomáš Konrád" userId="S::xkonrad3@mendelu.cz::b31fdc03-55fe-4433-960b-61faeaf4c0fc" providerId="AD" clId="Web-{F5421B8D-646E-B449-24D5-1473E59F71B1}" dt="2025-03-09T16:57:14.070" v="2"/>
      <pc:docMkLst>
        <pc:docMk/>
      </pc:docMkLst>
      <pc:sldChg chg="modSp">
        <pc:chgData name="Tomáš Konrád" userId="S::xkonrad3@mendelu.cz::b31fdc03-55fe-4433-960b-61faeaf4c0fc" providerId="AD" clId="Web-{F5421B8D-646E-B449-24D5-1473E59F71B1}" dt="2025-03-09T16:57:14.070" v="2"/>
        <pc:sldMkLst>
          <pc:docMk/>
          <pc:sldMk cId="1891906202" sldId="260"/>
        </pc:sldMkLst>
        <pc:picChg chg="mod">
          <ac:chgData name="Tomáš Konrád" userId="S::xkonrad3@mendelu.cz::b31fdc03-55fe-4433-960b-61faeaf4c0fc" providerId="AD" clId="Web-{F5421B8D-646E-B449-24D5-1473E59F71B1}" dt="2025-03-09T16:57:14.070" v="2"/>
          <ac:picMkLst>
            <pc:docMk/>
            <pc:sldMk cId="1891906202" sldId="260"/>
            <ac:picMk id="5" creationId="{833B3191-A75A-CE12-0C94-14FD1E431405}"/>
          </ac:picMkLst>
        </pc:picChg>
      </pc:sldChg>
    </pc:docChg>
  </pc:docChgLst>
  <pc:docChgLst>
    <pc:chgData name="Pavel Priehoda" userId="S::xpriehod@mendelu.cz::f193beae-e894-4325-bb20-7315b902d3c3" providerId="AD" clId="Web-{A0CC1D6F-8212-6463-68F1-9769D9351383}"/>
    <pc:docChg chg="addSld delSld modSld sldOrd">
      <pc:chgData name="Pavel Priehoda" userId="S::xpriehod@mendelu.cz::f193beae-e894-4325-bb20-7315b902d3c3" providerId="AD" clId="Web-{A0CC1D6F-8212-6463-68F1-9769D9351383}" dt="2025-03-09T13:23:16.651" v="328" actId="20577"/>
      <pc:docMkLst>
        <pc:docMk/>
      </pc:docMkLst>
      <pc:sldChg chg="modSp">
        <pc:chgData name="Pavel Priehoda" userId="S::xpriehod@mendelu.cz::f193beae-e894-4325-bb20-7315b902d3c3" providerId="AD" clId="Web-{A0CC1D6F-8212-6463-68F1-9769D9351383}" dt="2025-03-09T12:56:41.310" v="83" actId="20577"/>
        <pc:sldMkLst>
          <pc:docMk/>
          <pc:sldMk cId="3799523001" sldId="256"/>
        </pc:sldMkLst>
        <pc:spChg chg="mod">
          <ac:chgData name="Pavel Priehoda" userId="S::xpriehod@mendelu.cz::f193beae-e894-4325-bb20-7315b902d3c3" providerId="AD" clId="Web-{A0CC1D6F-8212-6463-68F1-9769D9351383}" dt="2025-03-09T12:52:42.208" v="53" actId="20577"/>
          <ac:spMkLst>
            <pc:docMk/>
            <pc:sldMk cId="3799523001" sldId="256"/>
            <ac:spMk id="2" creationId="{00000000-0000-0000-0000-000000000000}"/>
          </ac:spMkLst>
        </pc:spChg>
        <pc:spChg chg="mod">
          <ac:chgData name="Pavel Priehoda" userId="S::xpriehod@mendelu.cz::f193beae-e894-4325-bb20-7315b902d3c3" providerId="AD" clId="Web-{A0CC1D6F-8212-6463-68F1-9769D9351383}" dt="2025-03-09T12:56:41.310" v="83" actId="20577"/>
          <ac:spMkLst>
            <pc:docMk/>
            <pc:sldMk cId="3799523001" sldId="256"/>
            <ac:spMk id="3" creationId="{00000000-0000-0000-0000-000000000000}"/>
          </ac:spMkLst>
        </pc:spChg>
      </pc:sldChg>
      <pc:sldChg chg="modSp">
        <pc:chgData name="Pavel Priehoda" userId="S::xpriehod@mendelu.cz::f193beae-e894-4325-bb20-7315b902d3c3" providerId="AD" clId="Web-{A0CC1D6F-8212-6463-68F1-9769D9351383}" dt="2025-03-09T13:20:15.769" v="284" actId="20577"/>
        <pc:sldMkLst>
          <pc:docMk/>
          <pc:sldMk cId="171256265" sldId="257"/>
        </pc:sldMkLst>
        <pc:spChg chg="mod">
          <ac:chgData name="Pavel Priehoda" userId="S::xpriehod@mendelu.cz::f193beae-e894-4325-bb20-7315b902d3c3" providerId="AD" clId="Web-{A0CC1D6F-8212-6463-68F1-9769D9351383}" dt="2025-03-09T13:00:12.693" v="94" actId="1076"/>
          <ac:spMkLst>
            <pc:docMk/>
            <pc:sldMk cId="171256265" sldId="257"/>
            <ac:spMk id="2" creationId="{E021CF39-F640-46A0-C229-2602DCC6D1A6}"/>
          </ac:spMkLst>
        </pc:spChg>
        <pc:spChg chg="mod">
          <ac:chgData name="Pavel Priehoda" userId="S::xpriehod@mendelu.cz::f193beae-e894-4325-bb20-7315b902d3c3" providerId="AD" clId="Web-{A0CC1D6F-8212-6463-68F1-9769D9351383}" dt="2025-03-09T13:20:15.769" v="284" actId="20577"/>
          <ac:spMkLst>
            <pc:docMk/>
            <pc:sldMk cId="171256265" sldId="257"/>
            <ac:spMk id="3" creationId="{6C7A5E48-9C68-7026-E938-8ED51CBAFD34}"/>
          </ac:spMkLst>
        </pc:spChg>
      </pc:sldChg>
      <pc:sldChg chg="del">
        <pc:chgData name="Pavel Priehoda" userId="S::xpriehod@mendelu.cz::f193beae-e894-4325-bb20-7315b902d3c3" providerId="AD" clId="Web-{A0CC1D6F-8212-6463-68F1-9769D9351383}" dt="2025-03-09T13:19:56.956" v="274"/>
        <pc:sldMkLst>
          <pc:docMk/>
          <pc:sldMk cId="4099178735" sldId="259"/>
        </pc:sldMkLst>
      </pc:sldChg>
      <pc:sldChg chg="modSp">
        <pc:chgData name="Pavel Priehoda" userId="S::xpriehod@mendelu.cz::f193beae-e894-4325-bb20-7315b902d3c3" providerId="AD" clId="Web-{A0CC1D6F-8212-6463-68F1-9769D9351383}" dt="2025-03-09T13:14:05.271" v="223" actId="20577"/>
        <pc:sldMkLst>
          <pc:docMk/>
          <pc:sldMk cId="2621780090" sldId="261"/>
        </pc:sldMkLst>
        <pc:spChg chg="mod">
          <ac:chgData name="Pavel Priehoda" userId="S::xpriehod@mendelu.cz::f193beae-e894-4325-bb20-7315b902d3c3" providerId="AD" clId="Web-{A0CC1D6F-8212-6463-68F1-9769D9351383}" dt="2025-03-09T13:14:05.271" v="223" actId="20577"/>
          <ac:spMkLst>
            <pc:docMk/>
            <pc:sldMk cId="2621780090" sldId="261"/>
            <ac:spMk id="3" creationId="{619B0E1B-ECEB-DD96-E02F-7311EA629426}"/>
          </ac:spMkLst>
        </pc:spChg>
      </pc:sldChg>
      <pc:sldChg chg="new">
        <pc:chgData name="Pavel Priehoda" userId="S::xpriehod@mendelu.cz::f193beae-e894-4325-bb20-7315b902d3c3" providerId="AD" clId="Web-{A0CC1D6F-8212-6463-68F1-9769D9351383}" dt="2025-03-09T12:55:34.214" v="67"/>
        <pc:sldMkLst>
          <pc:docMk/>
          <pc:sldMk cId="4153992200" sldId="262"/>
        </pc:sldMkLst>
      </pc:sldChg>
      <pc:sldChg chg="del">
        <pc:chgData name="Pavel Priehoda" userId="S::xpriehod@mendelu.cz::f193beae-e894-4325-bb20-7315b902d3c3" providerId="AD" clId="Web-{A0CC1D6F-8212-6463-68F1-9769D9351383}" dt="2025-03-09T13:22:20.102" v="294"/>
        <pc:sldMkLst>
          <pc:docMk/>
          <pc:sldMk cId="3917144107" sldId="264"/>
        </pc:sldMkLst>
      </pc:sldChg>
      <pc:sldChg chg="modSp add replId">
        <pc:chgData name="Pavel Priehoda" userId="S::xpriehod@mendelu.cz::f193beae-e894-4325-bb20-7315b902d3c3" providerId="AD" clId="Web-{A0CC1D6F-8212-6463-68F1-9769D9351383}" dt="2025-03-09T13:22:45.431" v="298" actId="1076"/>
        <pc:sldMkLst>
          <pc:docMk/>
          <pc:sldMk cId="193342244" sldId="265"/>
        </pc:sldMkLst>
        <pc:spChg chg="mod">
          <ac:chgData name="Pavel Priehoda" userId="S::xpriehod@mendelu.cz::f193beae-e894-4325-bb20-7315b902d3c3" providerId="AD" clId="Web-{A0CC1D6F-8212-6463-68F1-9769D9351383}" dt="2025-03-09T13:22:45.416" v="297" actId="1076"/>
          <ac:spMkLst>
            <pc:docMk/>
            <pc:sldMk cId="193342244" sldId="265"/>
            <ac:spMk id="2" creationId="{24C5D777-1425-51A0-E729-F08A70345776}"/>
          </ac:spMkLst>
        </pc:spChg>
        <pc:spChg chg="mod">
          <ac:chgData name="Pavel Priehoda" userId="S::xpriehod@mendelu.cz::f193beae-e894-4325-bb20-7315b902d3c3" providerId="AD" clId="Web-{A0CC1D6F-8212-6463-68F1-9769D9351383}" dt="2025-03-09T13:22:45.431" v="298" actId="1076"/>
          <ac:spMkLst>
            <pc:docMk/>
            <pc:sldMk cId="193342244" sldId="265"/>
            <ac:spMk id="3" creationId="{29F197E7-514D-7EAE-999F-D1E1AE0DC997}"/>
          </ac:spMkLst>
        </pc:spChg>
      </pc:sldChg>
      <pc:sldChg chg="modSp add replId">
        <pc:chgData name="Pavel Priehoda" userId="S::xpriehod@mendelu.cz::f193beae-e894-4325-bb20-7315b902d3c3" providerId="AD" clId="Web-{A0CC1D6F-8212-6463-68F1-9769D9351383}" dt="2025-03-09T13:23:16.651" v="328" actId="20577"/>
        <pc:sldMkLst>
          <pc:docMk/>
          <pc:sldMk cId="275286790" sldId="266"/>
        </pc:sldMkLst>
        <pc:spChg chg="mod">
          <ac:chgData name="Pavel Priehoda" userId="S::xpriehod@mendelu.cz::f193beae-e894-4325-bb20-7315b902d3c3" providerId="AD" clId="Web-{A0CC1D6F-8212-6463-68F1-9769D9351383}" dt="2025-03-09T13:22:39.259" v="295" actId="1076"/>
          <ac:spMkLst>
            <pc:docMk/>
            <pc:sldMk cId="275286790" sldId="266"/>
            <ac:spMk id="2" creationId="{BCA6BEE6-FAFF-ED59-592B-7DA50F5DF33D}"/>
          </ac:spMkLst>
        </pc:spChg>
        <pc:spChg chg="mod">
          <ac:chgData name="Pavel Priehoda" userId="S::xpriehod@mendelu.cz::f193beae-e894-4325-bb20-7315b902d3c3" providerId="AD" clId="Web-{A0CC1D6F-8212-6463-68F1-9769D9351383}" dt="2025-03-09T13:23:16.651" v="328" actId="20577"/>
          <ac:spMkLst>
            <pc:docMk/>
            <pc:sldMk cId="275286790" sldId="266"/>
            <ac:spMk id="3" creationId="{6DF6A288-643D-AC7D-665A-CD5E0C9C3F95}"/>
          </ac:spMkLst>
        </pc:spChg>
      </pc:sldChg>
      <pc:sldChg chg="modSp add ord replId">
        <pc:chgData name="Pavel Priehoda" userId="S::xpriehod@mendelu.cz::f193beae-e894-4325-bb20-7315b902d3c3" providerId="AD" clId="Web-{A0CC1D6F-8212-6463-68F1-9769D9351383}" dt="2025-03-09T13:17:16.731" v="273" actId="1076"/>
        <pc:sldMkLst>
          <pc:docMk/>
          <pc:sldMk cId="4002533655" sldId="267"/>
        </pc:sldMkLst>
        <pc:spChg chg="mod">
          <ac:chgData name="Pavel Priehoda" userId="S::xpriehod@mendelu.cz::f193beae-e894-4325-bb20-7315b902d3c3" providerId="AD" clId="Web-{A0CC1D6F-8212-6463-68F1-9769D9351383}" dt="2025-03-09T13:17:16.716" v="272" actId="1076"/>
          <ac:spMkLst>
            <pc:docMk/>
            <pc:sldMk cId="4002533655" sldId="267"/>
            <ac:spMk id="2" creationId="{23F0675D-3441-7468-6A2E-0B56429F1320}"/>
          </ac:spMkLst>
        </pc:spChg>
        <pc:spChg chg="mod">
          <ac:chgData name="Pavel Priehoda" userId="S::xpriehod@mendelu.cz::f193beae-e894-4325-bb20-7315b902d3c3" providerId="AD" clId="Web-{A0CC1D6F-8212-6463-68F1-9769D9351383}" dt="2025-03-09T13:17:16.731" v="273" actId="1076"/>
          <ac:spMkLst>
            <pc:docMk/>
            <pc:sldMk cId="4002533655" sldId="267"/>
            <ac:spMk id="3" creationId="{78E2BA95-E5CF-B6C7-2202-35367330E44A}"/>
          </ac:spMkLst>
        </pc:spChg>
      </pc:sldChg>
      <pc:sldChg chg="delSp modSp add ord replId">
        <pc:chgData name="Pavel Priehoda" userId="S::xpriehod@mendelu.cz::f193beae-e894-4325-bb20-7315b902d3c3" providerId="AD" clId="Web-{A0CC1D6F-8212-6463-68F1-9769D9351383}" dt="2025-03-09T13:22:09.164" v="293" actId="1076"/>
        <pc:sldMkLst>
          <pc:docMk/>
          <pc:sldMk cId="3395347180" sldId="269"/>
        </pc:sldMkLst>
        <pc:spChg chg="mod">
          <ac:chgData name="Pavel Priehoda" userId="S::xpriehod@mendelu.cz::f193beae-e894-4325-bb20-7315b902d3c3" providerId="AD" clId="Web-{A0CC1D6F-8212-6463-68F1-9769D9351383}" dt="2025-03-09T13:22:09.164" v="293" actId="1076"/>
          <ac:spMkLst>
            <pc:docMk/>
            <pc:sldMk cId="3395347180" sldId="269"/>
            <ac:spMk id="2" creationId="{5BF2D941-ED58-F724-2AA3-3E21A49E4A74}"/>
          </ac:spMkLst>
        </pc:spChg>
        <pc:spChg chg="del mod">
          <ac:chgData name="Pavel Priehoda" userId="S::xpriehod@mendelu.cz::f193beae-e894-4325-bb20-7315b902d3c3" providerId="AD" clId="Web-{A0CC1D6F-8212-6463-68F1-9769D9351383}" dt="2025-03-09T13:21:12.834" v="288"/>
          <ac:spMkLst>
            <pc:docMk/>
            <pc:sldMk cId="3395347180" sldId="269"/>
            <ac:spMk id="3" creationId="{E72B2B95-716E-94D6-9D3F-C0838C34C014}"/>
          </ac:spMkLst>
        </pc:spChg>
      </pc:sldChg>
    </pc:docChg>
  </pc:docChgLst>
  <pc:docChgLst>
    <pc:chgData name="Pavel Priehoda" userId="S::xpriehod@mendelu.cz::f193beae-e894-4325-bb20-7315b902d3c3" providerId="AD" clId="Web-{21D1A21D-11AE-8C83-9CDC-FEEC461CA171}"/>
    <pc:docChg chg="modSld">
      <pc:chgData name="Pavel Priehoda" userId="S::xpriehod@mendelu.cz::f193beae-e894-4325-bb20-7315b902d3c3" providerId="AD" clId="Web-{21D1A21D-11AE-8C83-9CDC-FEEC461CA171}" dt="2025-03-09T16:42:56.580" v="10" actId="20577"/>
      <pc:docMkLst>
        <pc:docMk/>
      </pc:docMkLst>
      <pc:sldChg chg="modSp">
        <pc:chgData name="Pavel Priehoda" userId="S::xpriehod@mendelu.cz::f193beae-e894-4325-bb20-7315b902d3c3" providerId="AD" clId="Web-{21D1A21D-11AE-8C83-9CDC-FEEC461CA171}" dt="2025-03-09T16:42:56.580" v="10" actId="20577"/>
        <pc:sldMkLst>
          <pc:docMk/>
          <pc:sldMk cId="193342244" sldId="265"/>
        </pc:sldMkLst>
        <pc:spChg chg="mod">
          <ac:chgData name="Pavel Priehoda" userId="S::xpriehod@mendelu.cz::f193beae-e894-4325-bb20-7315b902d3c3" providerId="AD" clId="Web-{21D1A21D-11AE-8C83-9CDC-FEEC461CA171}" dt="2025-03-09T16:42:56.580" v="10" actId="20577"/>
          <ac:spMkLst>
            <pc:docMk/>
            <pc:sldMk cId="193342244" sldId="265"/>
            <ac:spMk id="3" creationId="{29F197E7-514D-7EAE-999F-D1E1AE0DC99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lze upravit styl předlohy.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71309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165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72855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426106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97578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149838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73794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4307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885944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071885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557874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A43DF-04A3-4662-88CA-28FDED1CFC09}" type="datetimeFigureOut">
              <a:rPr lang="cs-CZ" smtClean="0"/>
              <a:t>09.03.2025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D58ADA-DDE5-40A5-9BF1-B0BC81F4C7C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6425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>
                <a:solidFill>
                  <a:schemeClr val="tx2">
                    <a:lumMod val="76000"/>
                    <a:lumOff val="24000"/>
                  </a:schemeClr>
                </a:solidFill>
                <a:latin typeface="Bahnschrift"/>
              </a:rPr>
              <a:t>Datový model sítě hotelů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solidFill>
                  <a:srgbClr val="0F8ABA"/>
                </a:solidFill>
                <a:latin typeface="Bahnschrift"/>
              </a:rPr>
              <a:t>Tomáš Konrád a Pavel Priehoda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021CF39-F640-46A0-C229-2602DCC6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0172" y="787314"/>
            <a:ext cx="10515600" cy="1325563"/>
          </a:xfrm>
        </p:spPr>
        <p:txBody>
          <a:bodyPr/>
          <a:lstStyle/>
          <a:p>
            <a:r>
              <a:rPr lang="cs-CZ" b="1">
                <a:solidFill>
                  <a:schemeClr val="accent6">
                    <a:lumMod val="76000"/>
                  </a:schemeClr>
                </a:solidFill>
                <a:latin typeface="Bahnschrift"/>
              </a:rPr>
              <a:t>Obsah prezentace</a:t>
            </a:r>
            <a:endParaRPr lang="en-GB" b="1">
              <a:solidFill>
                <a:schemeClr val="accent6">
                  <a:lumMod val="76000"/>
                </a:schemeClr>
              </a:solidFill>
              <a:latin typeface="Bahnschrif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C7A5E48-9C68-7026-E938-8ED51CBAF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173" y="2113949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Bahnschrift"/>
              </a:rPr>
              <a:t>Cíl projektu</a:t>
            </a:r>
          </a:p>
          <a:p>
            <a:r>
              <a:rPr lang="cs-CZ">
                <a:latin typeface="Bahnschrift"/>
              </a:rPr>
              <a:t>Zadání</a:t>
            </a:r>
          </a:p>
          <a:p>
            <a:r>
              <a:rPr lang="cs-CZ" err="1">
                <a:latin typeface="Bahnschrift"/>
              </a:rPr>
              <a:t>Entitně</a:t>
            </a:r>
            <a:r>
              <a:rPr lang="cs-CZ">
                <a:latin typeface="Bahnschrift"/>
              </a:rPr>
              <a:t> relační diagram</a:t>
            </a:r>
          </a:p>
          <a:p>
            <a:r>
              <a:rPr lang="cs-CZ">
                <a:latin typeface="Bahnschrift"/>
              </a:rPr>
              <a:t>Podniková pravidla</a:t>
            </a:r>
          </a:p>
          <a:p>
            <a:r>
              <a:rPr lang="cs-CZ">
                <a:latin typeface="Bahnschrift"/>
              </a:rPr>
              <a:t>Závěr</a:t>
            </a:r>
          </a:p>
          <a:p>
            <a:endParaRPr lang="cs-CZ">
              <a:latin typeface="Bahnschrift"/>
            </a:endParaRPr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1256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915542-F3FD-2400-19ED-E15C2FE91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4C5D777-1425-51A0-E729-F08A70345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86" y="1219801"/>
            <a:ext cx="10515600" cy="1325563"/>
          </a:xfrm>
        </p:spPr>
        <p:txBody>
          <a:bodyPr/>
          <a:lstStyle/>
          <a:p>
            <a:r>
              <a:rPr lang="cs-CZ" b="1">
                <a:solidFill>
                  <a:schemeClr val="accent6">
                    <a:lumMod val="76000"/>
                  </a:schemeClr>
                </a:solidFill>
                <a:latin typeface="Bahnschrift"/>
              </a:rPr>
              <a:t>Cíl projektu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F197E7-514D-7EAE-999F-D1E1AE0DC9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173" y="2731787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Bahnschrift"/>
              </a:rPr>
              <a:t>Seznámení s požadavky ze zadání</a:t>
            </a:r>
          </a:p>
          <a:p>
            <a:r>
              <a:rPr lang="cs-CZ">
                <a:latin typeface="Bahnschrift"/>
              </a:rPr>
              <a:t>Rozpoznat entity</a:t>
            </a:r>
          </a:p>
          <a:p>
            <a:r>
              <a:rPr lang="cs-CZ">
                <a:latin typeface="Bahnschrift"/>
              </a:rPr>
              <a:t>Vytvořit logický datový model</a:t>
            </a:r>
          </a:p>
          <a:p>
            <a:r>
              <a:rPr lang="cs-CZ">
                <a:latin typeface="Bahnschrift"/>
              </a:rPr>
              <a:t>Vytvořit maticový diagram, </a:t>
            </a:r>
            <a:r>
              <a:rPr lang="cs-CZ" err="1">
                <a:latin typeface="Bahnschrift"/>
              </a:rPr>
              <a:t>ERDish</a:t>
            </a:r>
            <a:r>
              <a:rPr lang="cs-CZ">
                <a:latin typeface="Bahnschrift"/>
              </a:rPr>
              <a:t> věty, dokumentaci</a:t>
            </a:r>
          </a:p>
          <a:p>
            <a:endParaRPr lang="cs-CZ">
              <a:latin typeface="Bahnschrift"/>
            </a:endParaRPr>
          </a:p>
          <a:p>
            <a:endParaRPr lang="cs-CZ"/>
          </a:p>
          <a:p>
            <a:endParaRPr lang="cs-CZ"/>
          </a:p>
          <a:p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3342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AFE1F-EA1D-ACBA-085D-4FB0C838C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CA6BEE6-FAFF-ED59-592B-7DA50F5D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86" y="1271287"/>
            <a:ext cx="10515600" cy="1325563"/>
          </a:xfrm>
        </p:spPr>
        <p:txBody>
          <a:bodyPr/>
          <a:lstStyle/>
          <a:p>
            <a:r>
              <a:rPr lang="cs-CZ" b="1">
                <a:solidFill>
                  <a:schemeClr val="accent6">
                    <a:lumMod val="76000"/>
                  </a:schemeClr>
                </a:solidFill>
                <a:latin typeface="Bahnschrift"/>
              </a:rPr>
              <a:t>Zadání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DF6A288-643D-AC7D-665A-CD5E0C9C3F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173" y="2783273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Bahnschrift"/>
              </a:rPr>
              <a:t>Mobilní aplikace pro síť hotelů</a:t>
            </a:r>
          </a:p>
          <a:p>
            <a:r>
              <a:rPr lang="cs-CZ">
                <a:latin typeface="Bahnschrift"/>
              </a:rPr>
              <a:t>Evidence zaměstnanců, zákazníků, rezervací...</a:t>
            </a:r>
          </a:p>
          <a:p>
            <a:r>
              <a:rPr lang="cs-CZ">
                <a:latin typeface="Bahnschrift"/>
              </a:rPr>
              <a:t>Vybavení, zázemí, služby... </a:t>
            </a:r>
          </a:p>
          <a:p>
            <a:r>
              <a:rPr lang="cs-CZ">
                <a:latin typeface="Bahnschrift"/>
              </a:rPr>
              <a:t>Evidence historických dat</a:t>
            </a:r>
          </a:p>
          <a:p>
            <a:pPr marL="0" indent="0">
              <a:buNone/>
            </a:pPr>
            <a:endParaRPr lang="cs-CZ">
              <a:latin typeface="Bahnschrift"/>
            </a:endParaRPr>
          </a:p>
          <a:p>
            <a:endParaRPr lang="cs-CZ">
              <a:latin typeface="Bahnschrift"/>
            </a:endParaRPr>
          </a:p>
          <a:p>
            <a:endParaRPr lang="cs-CZ"/>
          </a:p>
          <a:p>
            <a:endParaRPr lang="cs-CZ"/>
          </a:p>
          <a:p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52867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1ACD57D-D4A7-D732-FC2F-AC611F1B2EB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04800" y="355600"/>
            <a:ext cx="2523067" cy="894821"/>
          </a:xfrm>
        </p:spPr>
        <p:txBody>
          <a:bodyPr/>
          <a:lstStyle/>
          <a:p>
            <a:r>
              <a:rPr lang="cs-CZ" b="1">
                <a:solidFill>
                  <a:schemeClr val="accent6">
                    <a:lumMod val="76000"/>
                  </a:schemeClr>
                </a:solidFill>
                <a:latin typeface="Bahnschrift"/>
              </a:rPr>
              <a:t>Diagram</a:t>
            </a:r>
            <a:endParaRPr lang="en-GB" b="1">
              <a:solidFill>
                <a:schemeClr val="accent6">
                  <a:lumMod val="76000"/>
                </a:schemeClr>
              </a:solidFill>
              <a:latin typeface="Bahnschrift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833B3191-A75A-CE12-0C94-14FD1E4314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9234" y="14377"/>
            <a:ext cx="861716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9062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3EBD3-98A9-27B9-DC18-643532AFE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3F0675D-3441-7468-6A2E-0B56429F1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86" y="1343368"/>
            <a:ext cx="10515600" cy="1325563"/>
          </a:xfrm>
        </p:spPr>
        <p:txBody>
          <a:bodyPr/>
          <a:lstStyle/>
          <a:p>
            <a:r>
              <a:rPr lang="cs-CZ" b="1">
                <a:solidFill>
                  <a:schemeClr val="accent6">
                    <a:lumMod val="76000"/>
                  </a:schemeClr>
                </a:solidFill>
                <a:latin typeface="Bahnschrift"/>
              </a:rPr>
              <a:t>Podniková pravidla</a:t>
            </a:r>
            <a:endParaRPr lang="en-GB">
              <a:solidFill>
                <a:schemeClr val="accent6">
                  <a:lumMod val="76000"/>
                </a:schemeClr>
              </a:solidFill>
              <a:latin typeface="Bahnschrif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8E2BA95-E5CF-B6C7-2202-35367330E4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173" y="2855354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Bahnschrift"/>
              </a:rPr>
              <a:t>Požadavky ze zadání, které nelze zanést do diagramu</a:t>
            </a:r>
            <a:endParaRPr lang="en-US">
              <a:latin typeface="Bahnschrift"/>
            </a:endParaRPr>
          </a:p>
          <a:p>
            <a:r>
              <a:rPr lang="cs-CZ">
                <a:latin typeface="Bahnschrift"/>
              </a:rPr>
              <a:t>Např.:</a:t>
            </a:r>
            <a:endParaRPr lang="en-US">
              <a:latin typeface="Bahnschrif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cs-CZ">
                <a:latin typeface="Bahnschrift"/>
              </a:rPr>
              <a:t>Při ubytování se zákazník musí nahlásit na recepci a ověřit</a:t>
            </a:r>
            <a:br>
              <a:rPr lang="cs-CZ">
                <a:latin typeface="Bahnschrift"/>
              </a:rPr>
            </a:br>
            <a:r>
              <a:rPr lang="cs-CZ">
                <a:latin typeface="Bahnschrift"/>
              </a:rPr>
              <a:t>se pomocí cestovního nebo osobního dokladu.</a:t>
            </a:r>
            <a:endParaRPr lang="en-US">
              <a:latin typeface="Bahnschrift"/>
            </a:endParaRPr>
          </a:p>
          <a:p>
            <a:pPr lvl="1">
              <a:buFont typeface="Courier New,monospace" panose="020B0604020202020204" pitchFamily="34" charset="0"/>
              <a:buChar char="o"/>
            </a:pPr>
            <a:r>
              <a:rPr lang="pl-PL">
                <a:latin typeface="Bahnschrift"/>
              </a:rPr>
              <a:t>Platba za pokoj/e je provedena již při rezervaci.</a:t>
            </a:r>
            <a:endParaRPr lang="cs-CZ">
              <a:latin typeface="Bahnschrift"/>
            </a:endParaRPr>
          </a:p>
          <a:p>
            <a:endParaRPr lang="cs-CZ">
              <a:latin typeface="Bahnschrift"/>
            </a:endParaRPr>
          </a:p>
          <a:p>
            <a:pPr marL="0" indent="0">
              <a:buNone/>
            </a:pPr>
            <a:endParaRPr lang="cs-CZ">
              <a:latin typeface="Bahnschrift"/>
            </a:endParaRPr>
          </a:p>
          <a:p>
            <a:endParaRPr lang="cs-CZ">
              <a:latin typeface="Bahnschrift"/>
            </a:endParaRPr>
          </a:p>
          <a:p>
            <a:endParaRPr lang="cs-CZ"/>
          </a:p>
          <a:p>
            <a:endParaRPr lang="cs-CZ"/>
          </a:p>
          <a:p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00253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8F9BC-E01F-1B98-2175-E77AACF717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819ACC4-9BF3-EB9B-EB27-8FDA1B812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686" y="1466936"/>
            <a:ext cx="10515600" cy="1325563"/>
          </a:xfrm>
        </p:spPr>
        <p:txBody>
          <a:bodyPr/>
          <a:lstStyle/>
          <a:p>
            <a:r>
              <a:rPr lang="cs-CZ" b="1">
                <a:solidFill>
                  <a:schemeClr val="accent6">
                    <a:lumMod val="76000"/>
                  </a:schemeClr>
                </a:solidFill>
                <a:latin typeface="Bahnschrift"/>
              </a:rPr>
              <a:t>Závěr</a:t>
            </a:r>
            <a:endParaRPr lang="en-GB">
              <a:solidFill>
                <a:schemeClr val="accent6">
                  <a:lumMod val="76000"/>
                </a:schemeClr>
              </a:solidFill>
              <a:latin typeface="Bahnschrift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33D24C9-20D5-1D91-E13D-1CC3D7390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22173" y="2978922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>
                <a:latin typeface="Bahnschrift"/>
              </a:rPr>
              <a:t>Projekt zpracován jako návrh databáze pro rezervaci v aplikaci pro sít hotelů</a:t>
            </a:r>
          </a:p>
          <a:p>
            <a:r>
              <a:rPr lang="cs-CZ">
                <a:latin typeface="Bahnschrift"/>
              </a:rPr>
              <a:t>Datový model je udržitelný</a:t>
            </a:r>
          </a:p>
          <a:p>
            <a:r>
              <a:rPr lang="cs-CZ">
                <a:latin typeface="Bahnschrift"/>
              </a:rPr>
              <a:t>Síť hotelů je ve skutečnosti velmi komplexní</a:t>
            </a:r>
          </a:p>
          <a:p>
            <a:endParaRPr lang="cs-CZ">
              <a:latin typeface="Bahnschrift"/>
            </a:endParaRPr>
          </a:p>
          <a:p>
            <a:endParaRPr lang="cs-CZ">
              <a:latin typeface="Bahnschrift"/>
            </a:endParaRPr>
          </a:p>
          <a:p>
            <a:pPr marL="0" indent="0">
              <a:buNone/>
            </a:pPr>
            <a:endParaRPr lang="cs-CZ">
              <a:latin typeface="Bahnschrift"/>
            </a:endParaRPr>
          </a:p>
          <a:p>
            <a:endParaRPr lang="cs-CZ">
              <a:latin typeface="Bahnschrift"/>
            </a:endParaRPr>
          </a:p>
          <a:p>
            <a:endParaRPr lang="cs-CZ"/>
          </a:p>
          <a:p>
            <a:endParaRPr lang="cs-CZ"/>
          </a:p>
          <a:p>
            <a:endParaRPr lang="cs-CZ"/>
          </a:p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2589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2BCFA-5C12-9CA2-42C9-F81F42960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BF2D941-ED58-F724-2AA3-3E21A49E4A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379795"/>
            <a:ext cx="9144000" cy="2387600"/>
          </a:xfrm>
        </p:spPr>
        <p:txBody>
          <a:bodyPr/>
          <a:lstStyle/>
          <a:p>
            <a:r>
              <a:rPr lang="cs-CZ" b="1">
                <a:solidFill>
                  <a:schemeClr val="tx2">
                    <a:lumMod val="76000"/>
                    <a:lumOff val="24000"/>
                  </a:schemeClr>
                </a:solidFill>
                <a:latin typeface="Bahnschrift"/>
              </a:rPr>
              <a:t>Děkujeme za pozornost</a:t>
            </a:r>
          </a:p>
        </p:txBody>
      </p:sp>
    </p:spTree>
    <p:extLst>
      <p:ext uri="{BB962C8B-B14F-4D97-AF65-F5344CB8AC3E}">
        <p14:creationId xmlns:p14="http://schemas.microsoft.com/office/powerpoint/2010/main" val="3395347180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systém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Kancelář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8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Motiv systému Office</vt:lpstr>
      <vt:lpstr>Datový model sítě hotelů</vt:lpstr>
      <vt:lpstr>Obsah prezentace</vt:lpstr>
      <vt:lpstr>Cíl projektu</vt:lpstr>
      <vt:lpstr>Zadání</vt:lpstr>
      <vt:lpstr>Diagram</vt:lpstr>
      <vt:lpstr>Podniková pravidla</vt:lpstr>
      <vt:lpstr>Závěr</vt:lpstr>
      <vt:lpstr>Děkujeme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2025-03-09T12:47:24Z</dcterms:created>
  <dcterms:modified xsi:type="dcterms:W3CDTF">2025-03-09T16:57:15Z</dcterms:modified>
</cp:coreProperties>
</file>